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kkout/Workspaces/MSC-thesis/docs/generated/app-slide-captures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National and Kapodistrian University of Athens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Fraud Analytics</dc:title>
  <dc:subject>Behavioral Fraud Analytics</dc:subject>
  <dc:creator>Koutsompinas Konstantinos</dc:creator>
  <cp:lastModifiedBy>Koutsompinas Konstantinos</cp:lastModifiedBy>
  <cp:revision>1</cp:revision>
  <dcterms:created xsi:type="dcterms:W3CDTF">2026-05-26T13:15:55Z</dcterms:created>
  <dcterms:modified xsi:type="dcterms:W3CDTF">2026-05-26T13:15:55Z</dcterms:modified>
</cp:coreProperties>
</file>